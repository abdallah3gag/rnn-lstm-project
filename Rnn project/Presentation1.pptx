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795655"/>
            <a:ext cx="8934450" cy="1282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79980"/>
            <a:ext cx="9059545" cy="287782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 descr="Screenshot (6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530" y="533400"/>
            <a:ext cx="8517890" cy="53282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Screenshot (6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550" y="1471295"/>
            <a:ext cx="6369050" cy="4958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User</cp:lastModifiedBy>
  <cp:revision>4</cp:revision>
  <dcterms:created xsi:type="dcterms:W3CDTF">2025-07-23T00:59:00Z</dcterms:created>
  <dcterms:modified xsi:type="dcterms:W3CDTF">2026-09-25T14:48:12Z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F39797A50C5F4CCDBB57536C78850291_11</vt:lpwstr>
  </property>
  <property fmtid="{D5CDD505-2E9C-101B-9397-08002B2CF9AE}" pid="3" name="KSOProductBuildVer">
    <vt:lpwstr>2057-12.2.0.23206</vt:lpwstr>
  </property>
</Properties>
</file>