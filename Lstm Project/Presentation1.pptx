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 showGuides="1">
      <p:cViewPr varScale="1">
        <p:scale>
          <a:sx n="53" d="100"/>
          <a:sy n="53" d="100"/>
        </p:scale>
        <p:origin x="180" y="5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tableStyles" Target="tableStyles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 descr="Screenshot (67)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90595" y="495300"/>
            <a:ext cx="5210175" cy="58674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GB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en-GB" altLang="en-US"/>
          </a:p>
        </p:txBody>
      </p:sp>
      <p:pic>
        <p:nvPicPr>
          <p:cNvPr id="4" name="Picture 3" descr="Screenshot (68)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05225" y="428625"/>
            <a:ext cx="4781550" cy="600075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WPS Presentation</Application>
  <PresentationFormat>Widescreen</PresentationFormat>
  <Paragraphs>0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10" baseType="lpstr">
      <vt:lpstr>Arial</vt:lpstr>
      <vt:lpstr>SimSun</vt:lpstr>
      <vt:lpstr>Wingdings</vt:lpstr>
      <vt:lpstr>Calibri Light</vt:lpstr>
      <vt:lpstr>Calibri</vt:lpstr>
      <vt:lpstr>Microsoft YaHei</vt:lpstr>
      <vt:lpstr>Arial Unicode MS</vt:lpstr>
      <vt:lpstr>Office Theme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WPS Presentation</dc:title>
  <dc:creator/>
  <cp:lastModifiedBy>User</cp:lastModifiedBy>
  <cp:revision>3</cp:revision>
  <dcterms:created xsi:type="dcterms:W3CDTF">2025-07-23T00:59:00Z</dcterms:created>
  <dcterms:modified xsi:type="dcterms:W3CDTF">2026-09-25T15:14:28Z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F7407433C928440AB781947C29BC154D_11</vt:lpwstr>
  </property>
  <property fmtid="{D5CDD505-2E9C-101B-9397-08002B2CF9AE}" pid="3" name="KSOProductBuildVer">
    <vt:lpwstr>2057-12.2.0.23206</vt:lpwstr>
  </property>
</Properties>
</file>